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6C7"/>
    <a:srgbClr val="45A29E"/>
    <a:srgbClr val="FFFFFF"/>
    <a:srgbClr val="D1D1D1"/>
    <a:srgbClr val="747474"/>
    <a:srgbClr val="E28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4E3CC-7652-B875-BFA4-605398325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BEBCC9-9D53-1134-FACD-9F84716E1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2B9E3-AC6A-8CBD-26F3-6C31578B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B925F-C281-3284-7025-912E1BDA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A52EB-CC33-650C-1DE2-00B0ADF0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51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FEACA-35D7-A209-1366-FEB4DE5E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AA023B-F403-A64A-5193-45B506333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0F5F4A-D64B-FBA0-E602-EA453667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13A4EC-2BD6-0509-E87E-874140C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5A62F-6D41-EDF3-779F-2D62449E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919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FF745-6E53-B5C0-7DA1-F57B3051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25F35-0152-D914-A872-0F02C9C1B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2E7F99-6E54-2AA6-F49A-15DE34B2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713559-4BFB-001C-E811-8D0A9CC4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E88727-8BB6-6727-C27B-AB14EE65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83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67CC8-AA1E-9FBE-54A2-2975E29E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C00B0-BD07-7DAE-4B7D-46539E62F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A226A-7BA0-C7BE-346A-DDC13BDF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4A7393-3E0C-A850-0589-0591064A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42652-9095-BAFA-1E6A-BFDA8241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3B5596-7C75-15D0-3531-2AA63124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9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798A8-336B-678D-4D9D-7BB94510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219815-42F3-D011-4375-E50C867D3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9B88F4-28E2-3B8C-AE2C-36F40DEDC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5BC044-F824-343E-430C-D573E9DF0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66A40F-2CD0-DD40-6181-78E655802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C44A84-56A1-3225-6338-6008753A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55A6DA-0559-6738-E291-14859A7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1C4D20-B70C-2FBC-119E-E5575154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87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1D911-0F93-5C9B-9AD5-55AC5663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6375E7-505B-4F2C-BC72-9C82DC63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D293EB-2CE2-B12E-6D9B-47E59C1D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8C3929-EAF7-89F0-1B94-F23DAA3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67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4010F8-46A4-58AE-7199-BC7F6C97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77007F-CA5C-8E1E-1795-0D169D414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0DA73-9E8D-8CE6-8AFC-A78CCCE9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23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A1BEC-2D06-C77E-09F4-08FFAC26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0F247-ACC9-D3D9-AD6C-107ED3F3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359ACB-6BD0-23D2-92CD-29A775825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690B7-F9BC-4027-3CEF-85029D9E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C16251-7416-C209-1047-C09EB1F0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DD3ED1-60BE-7981-E9EE-AD08C2E6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1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5D1E2-4558-3CE6-BD10-8E1E513C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25F4B6-BDA1-1256-4F2C-D513002A0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8DC67B-3E38-5CDA-796E-4B67A1EF8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1650D5-E550-3E2E-B73F-FE5D0248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A3318D-1D76-02C0-3D8F-D73D82A2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78E75-6B6B-ABB8-C67E-07BA8159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62DFD-59DB-0A6B-5652-80988116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D1309C-63A5-0475-565C-54730EDA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751BF9-A6D4-CB9F-72D0-4EB8B9C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533D6F-3F62-4633-96FA-D75EFD9B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C2A4-732A-EF99-DCFF-E09D9EE0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53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124426-3C15-B1CB-0270-396312EB9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427FFE-D872-464E-DA9F-91023F634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765855-E3D8-5B13-AA3A-07EE4010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0085F-3408-56EC-0573-CD67D944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40656-1685-34BF-8231-936BCD03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3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2F2F65-4623-3884-78F3-31B2BDEE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CBCD01-F3A2-1683-6450-BB97C1256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6C2372-BE16-F974-6928-7C1996BE3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2B920-484F-4295-88D8-799525AE3EAA}" type="datetimeFigureOut">
              <a:rPr lang="zh-CN" altLang="en-US" smtClean="0"/>
              <a:t>2026/3/11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A9883-184A-EA61-0BA9-FD590D8D8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3CE00B-C1DA-598F-F496-0BFE388DC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715ED-A6F9-45E7-BC19-890D144EA3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48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8A1382B6-CA60-1486-0B77-1CCAF2C9917D}"/>
              </a:ext>
            </a:extLst>
          </p:cNvPr>
          <p:cNvGrpSpPr/>
          <p:nvPr/>
        </p:nvGrpSpPr>
        <p:grpSpPr>
          <a:xfrm>
            <a:off x="3048694" y="413121"/>
            <a:ext cx="7324257" cy="3780009"/>
            <a:chOff x="3382991" y="511444"/>
            <a:chExt cx="7324257" cy="37800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AD03E5D8-6085-BCE6-0861-8BCA24BDEE06}"/>
                </a:ext>
              </a:extLst>
            </p:cNvPr>
            <p:cNvGrpSpPr/>
            <p:nvPr/>
          </p:nvGrpSpPr>
          <p:grpSpPr>
            <a:xfrm>
              <a:off x="3382991" y="511444"/>
              <a:ext cx="5426017" cy="1522197"/>
              <a:chOff x="1385837" y="1592826"/>
              <a:chExt cx="9842602" cy="2576052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B7B46D6A-1032-130E-756F-DA5111622858}"/>
                  </a:ext>
                </a:extLst>
              </p:cNvPr>
              <p:cNvGrpSpPr/>
              <p:nvPr/>
            </p:nvGrpSpPr>
            <p:grpSpPr>
              <a:xfrm>
                <a:off x="4385187" y="1592826"/>
                <a:ext cx="6843252" cy="2576052"/>
                <a:chOff x="1170038" y="1417616"/>
                <a:chExt cx="9291485" cy="3478849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7CC4F2D0-99B3-8305-C1DC-009724D1E819}"/>
                    </a:ext>
                  </a:extLst>
                </p:cNvPr>
                <p:cNvGrpSpPr/>
                <p:nvPr/>
              </p:nvGrpSpPr>
              <p:grpSpPr>
                <a:xfrm>
                  <a:off x="1170038" y="1855839"/>
                  <a:ext cx="2231923" cy="1573161"/>
                  <a:chOff x="1494503" y="1150374"/>
                  <a:chExt cx="2231923" cy="1573161"/>
                </a:xfrm>
              </p:grpSpPr>
              <p:sp>
                <p:nvSpPr>
                  <p:cNvPr id="12" name="矩形: 圆角 11">
                    <a:extLst>
                      <a:ext uri="{FF2B5EF4-FFF2-40B4-BE49-F238E27FC236}">
                        <a16:creationId xmlns:a16="http://schemas.microsoft.com/office/drawing/2014/main" id="{E0B1D326-22A0-F97C-FBC3-396EDFFEB781}"/>
                      </a:ext>
                    </a:extLst>
                  </p:cNvPr>
                  <p:cNvSpPr/>
                  <p:nvPr/>
                </p:nvSpPr>
                <p:spPr>
                  <a:xfrm>
                    <a:off x="1912373" y="1538746"/>
                    <a:ext cx="1445342" cy="285135"/>
                  </a:xfrm>
                  <a:prstGeom prst="round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" name="矩形: 圆角 12">
                    <a:extLst>
                      <a:ext uri="{FF2B5EF4-FFF2-40B4-BE49-F238E27FC236}">
                        <a16:creationId xmlns:a16="http://schemas.microsoft.com/office/drawing/2014/main" id="{741E114B-0AD5-EF54-E237-219B6F6F7401}"/>
                      </a:ext>
                    </a:extLst>
                  </p:cNvPr>
                  <p:cNvSpPr/>
                  <p:nvPr/>
                </p:nvSpPr>
                <p:spPr>
                  <a:xfrm>
                    <a:off x="1912373" y="2069685"/>
                    <a:ext cx="1445342" cy="285135"/>
                  </a:xfrm>
                  <a:prstGeom prst="round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4" name="矩形: 圆角 13">
                    <a:extLst>
                      <a:ext uri="{FF2B5EF4-FFF2-40B4-BE49-F238E27FC236}">
                        <a16:creationId xmlns:a16="http://schemas.microsoft.com/office/drawing/2014/main" id="{F5D8F4E4-3472-A95D-2544-9DEC3C2F278E}"/>
                      </a:ext>
                    </a:extLst>
                  </p:cNvPr>
                  <p:cNvSpPr/>
                  <p:nvPr/>
                </p:nvSpPr>
                <p:spPr>
                  <a:xfrm>
                    <a:off x="1494503" y="1150374"/>
                    <a:ext cx="2231923" cy="1573161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7" name="箭头: 右 16">
                  <a:extLst>
                    <a:ext uri="{FF2B5EF4-FFF2-40B4-BE49-F238E27FC236}">
                      <a16:creationId xmlns:a16="http://schemas.microsoft.com/office/drawing/2014/main" id="{93D8B593-5159-10EB-7447-1D291CDF9C49}"/>
                    </a:ext>
                  </a:extLst>
                </p:cNvPr>
                <p:cNvSpPr/>
                <p:nvPr/>
              </p:nvSpPr>
              <p:spPr>
                <a:xfrm>
                  <a:off x="3677262" y="2454986"/>
                  <a:ext cx="1633381" cy="366252"/>
                </a:xfrm>
                <a:prstGeom prst="righ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箭头: 圆角右 21">
                  <a:extLst>
                    <a:ext uri="{FF2B5EF4-FFF2-40B4-BE49-F238E27FC236}">
                      <a16:creationId xmlns:a16="http://schemas.microsoft.com/office/drawing/2014/main" id="{0EC3D632-740D-1726-4F6A-A80F8AC646FF}"/>
                    </a:ext>
                  </a:extLst>
                </p:cNvPr>
                <p:cNvSpPr/>
                <p:nvPr/>
              </p:nvSpPr>
              <p:spPr>
                <a:xfrm flipV="1">
                  <a:off x="2170465" y="3674804"/>
                  <a:ext cx="6813753" cy="830826"/>
                </a:xfrm>
                <a:prstGeom prst="ben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6924C0E7-3D83-5883-8764-1A0A95591E09}"/>
                    </a:ext>
                  </a:extLst>
                </p:cNvPr>
                <p:cNvGrpSpPr/>
                <p:nvPr/>
              </p:nvGrpSpPr>
              <p:grpSpPr>
                <a:xfrm>
                  <a:off x="9301317" y="1855839"/>
                  <a:ext cx="1160206" cy="3040626"/>
                  <a:chOff x="9301317" y="1855839"/>
                  <a:chExt cx="1160206" cy="3040626"/>
                </a:xfrm>
              </p:grpSpPr>
              <p:grpSp>
                <p:nvGrpSpPr>
                  <p:cNvPr id="25" name="组合 24">
                    <a:extLst>
                      <a:ext uri="{FF2B5EF4-FFF2-40B4-BE49-F238E27FC236}">
                        <a16:creationId xmlns:a16="http://schemas.microsoft.com/office/drawing/2014/main" id="{6854CCE6-AA34-C317-48D6-FFAA43421FDA}"/>
                      </a:ext>
                    </a:extLst>
                  </p:cNvPr>
                  <p:cNvGrpSpPr/>
                  <p:nvPr/>
                </p:nvGrpSpPr>
                <p:grpSpPr>
                  <a:xfrm>
                    <a:off x="9576618" y="2353592"/>
                    <a:ext cx="589936" cy="2152038"/>
                    <a:chOff x="9301315" y="2352981"/>
                    <a:chExt cx="589936" cy="2152038"/>
                  </a:xfrm>
                </p:grpSpPr>
                <p:sp>
                  <p:nvSpPr>
                    <p:cNvPr id="20" name="矩形 19">
                      <a:extLst>
                        <a:ext uri="{FF2B5EF4-FFF2-40B4-BE49-F238E27FC236}">
                          <a16:creationId xmlns:a16="http://schemas.microsoft.com/office/drawing/2014/main" id="{F86CE7D6-A9B8-A6D1-B437-07899A0D20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1315" y="2352981"/>
                      <a:ext cx="589936" cy="569040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3" name="矩形 22">
                      <a:extLst>
                        <a:ext uri="{FF2B5EF4-FFF2-40B4-BE49-F238E27FC236}">
                          <a16:creationId xmlns:a16="http://schemas.microsoft.com/office/drawing/2014/main" id="{950232D6-4AFE-B348-7620-290645A75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1315" y="3144480"/>
                      <a:ext cx="589936" cy="569040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4" name="矩形 23">
                      <a:extLst>
                        <a:ext uri="{FF2B5EF4-FFF2-40B4-BE49-F238E27FC236}">
                          <a16:creationId xmlns:a16="http://schemas.microsoft.com/office/drawing/2014/main" id="{ED77E24E-06CD-7A1B-EBD0-B8D6997A46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01315" y="3935979"/>
                      <a:ext cx="589936" cy="569040"/>
                    </a:xfrm>
                    <a:prstGeom prst="rect">
                      <a:avLst/>
                    </a:prstGeom>
                    <a:solidFill>
                      <a:schemeClr val="bg2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sp>
                <p:nvSpPr>
                  <p:cNvPr id="26" name="矩形: 圆角 25">
                    <a:extLst>
                      <a:ext uri="{FF2B5EF4-FFF2-40B4-BE49-F238E27FC236}">
                        <a16:creationId xmlns:a16="http://schemas.microsoft.com/office/drawing/2014/main" id="{5B4C5822-1DC6-20B5-8297-F99AFDF6DACE}"/>
                      </a:ext>
                    </a:extLst>
                  </p:cNvPr>
                  <p:cNvSpPr/>
                  <p:nvPr/>
                </p:nvSpPr>
                <p:spPr>
                  <a:xfrm>
                    <a:off x="9301317" y="1855839"/>
                    <a:ext cx="1160206" cy="3040626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9" name="图形 28">
                  <a:extLst>
                    <a:ext uri="{FF2B5EF4-FFF2-40B4-BE49-F238E27FC236}">
                      <a16:creationId xmlns:a16="http://schemas.microsoft.com/office/drawing/2014/main" id="{24FEBBE8-500C-B508-7200-517C2CB417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87626" y="1804218"/>
                  <a:ext cx="1773497" cy="1773497"/>
                </a:xfrm>
                <a:prstGeom prst="rect">
                  <a:avLst/>
                </a:prstGeom>
              </p:spPr>
            </p:pic>
            <p:sp>
              <p:nvSpPr>
                <p:cNvPr id="30" name="箭头: 右 29">
                  <a:extLst>
                    <a:ext uri="{FF2B5EF4-FFF2-40B4-BE49-F238E27FC236}">
                      <a16:creationId xmlns:a16="http://schemas.microsoft.com/office/drawing/2014/main" id="{3A66F2F1-47F3-924C-7A52-AFEA38A6A5A2}"/>
                    </a:ext>
                  </a:extLst>
                </p:cNvPr>
                <p:cNvSpPr/>
                <p:nvPr/>
              </p:nvSpPr>
              <p:spPr>
                <a:xfrm>
                  <a:off x="7350837" y="2474030"/>
                  <a:ext cx="1633381" cy="366252"/>
                </a:xfrm>
                <a:prstGeom prst="righ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4C9EC91-9AE4-306E-572A-78C6B1F4802E}"/>
                    </a:ext>
                  </a:extLst>
                </p:cNvPr>
                <p:cNvSpPr txBox="1"/>
                <p:nvPr/>
              </p:nvSpPr>
              <p:spPr>
                <a:xfrm>
                  <a:off x="5717668" y="1417616"/>
                  <a:ext cx="2283400" cy="4437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LSTM</a:t>
                  </a:r>
                </a:p>
              </p:txBody>
            </p:sp>
          </p:grpSp>
          <p:sp>
            <p:nvSpPr>
              <p:cNvPr id="35" name="箭头: 右 34">
                <a:extLst>
                  <a:ext uri="{FF2B5EF4-FFF2-40B4-BE49-F238E27FC236}">
                    <a16:creationId xmlns:a16="http://schemas.microsoft.com/office/drawing/2014/main" id="{EFF79680-E544-68B3-8DF7-353579C9F5D0}"/>
                  </a:ext>
                </a:extLst>
              </p:cNvPr>
              <p:cNvSpPr/>
              <p:nvPr/>
            </p:nvSpPr>
            <p:spPr>
              <a:xfrm>
                <a:off x="2807899" y="2378727"/>
                <a:ext cx="1251379" cy="267569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7" name="图形 36">
                <a:extLst>
                  <a:ext uri="{FF2B5EF4-FFF2-40B4-BE49-F238E27FC236}">
                    <a16:creationId xmlns:a16="http://schemas.microsoft.com/office/drawing/2014/main" id="{51D37F13-2374-25BD-7961-7C4BB7AFC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85837" y="1773591"/>
                <a:ext cx="1202997" cy="1202997"/>
              </a:xfrm>
              <a:prstGeom prst="rect">
                <a:avLst/>
              </a:prstGeom>
            </p:spPr>
          </p:pic>
        </p:grpSp>
        <p:sp>
          <p:nvSpPr>
            <p:cNvPr id="81" name="箭头: 圆角右 80">
              <a:extLst>
                <a:ext uri="{FF2B5EF4-FFF2-40B4-BE49-F238E27FC236}">
                  <a16:creationId xmlns:a16="http://schemas.microsoft.com/office/drawing/2014/main" id="{E1E6F66E-6F08-998B-15BF-704DA1ACBE98}"/>
                </a:ext>
              </a:extLst>
            </p:cNvPr>
            <p:cNvSpPr/>
            <p:nvPr/>
          </p:nvSpPr>
          <p:spPr>
            <a:xfrm rot="5400000">
              <a:off x="6241683" y="3383664"/>
              <a:ext cx="1444736" cy="370842"/>
            </a:xfrm>
            <a:prstGeom prst="ben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99" name="图形 98">
              <a:extLst>
                <a:ext uri="{FF2B5EF4-FFF2-40B4-BE49-F238E27FC236}">
                  <a16:creationId xmlns:a16="http://schemas.microsoft.com/office/drawing/2014/main" id="{88001EE0-B432-E245-F921-025F3726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54748" y="569231"/>
              <a:ext cx="952500" cy="952500"/>
            </a:xfrm>
            <a:prstGeom prst="rect">
              <a:avLst/>
            </a:prstGeom>
          </p:spPr>
        </p:pic>
        <p:sp>
          <p:nvSpPr>
            <p:cNvPr id="101" name="箭头: 右 100">
              <a:extLst>
                <a:ext uri="{FF2B5EF4-FFF2-40B4-BE49-F238E27FC236}">
                  <a16:creationId xmlns:a16="http://schemas.microsoft.com/office/drawing/2014/main" id="{916AAE5C-FA47-A50D-55C3-3D4AC4E77377}"/>
                </a:ext>
              </a:extLst>
            </p:cNvPr>
            <p:cNvSpPr/>
            <p:nvPr/>
          </p:nvSpPr>
          <p:spPr>
            <a:xfrm rot="5400000">
              <a:off x="8859131" y="2776220"/>
              <a:ext cx="2767427" cy="26304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箭头: 右 101">
              <a:extLst>
                <a:ext uri="{FF2B5EF4-FFF2-40B4-BE49-F238E27FC236}">
                  <a16:creationId xmlns:a16="http://schemas.microsoft.com/office/drawing/2014/main" id="{8E65A3E7-7482-ED36-DFD6-CF2B81262A77}"/>
                </a:ext>
              </a:extLst>
            </p:cNvPr>
            <p:cNvSpPr/>
            <p:nvPr/>
          </p:nvSpPr>
          <p:spPr>
            <a:xfrm>
              <a:off x="9017144" y="945188"/>
              <a:ext cx="663187" cy="160256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箭头: 圆角右 102">
              <a:extLst>
                <a:ext uri="{FF2B5EF4-FFF2-40B4-BE49-F238E27FC236}">
                  <a16:creationId xmlns:a16="http://schemas.microsoft.com/office/drawing/2014/main" id="{441B9991-17D1-4103-281B-241CC64CACD1}"/>
                </a:ext>
              </a:extLst>
            </p:cNvPr>
            <p:cNvSpPr/>
            <p:nvPr/>
          </p:nvSpPr>
          <p:spPr>
            <a:xfrm flipV="1">
              <a:off x="3668640" y="1533382"/>
              <a:ext cx="370841" cy="1444737"/>
            </a:xfrm>
            <a:prstGeom prst="ben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01AB3DEA-C2AD-C449-CC3E-BF5BAF38A6E8}"/>
                </a:ext>
              </a:extLst>
            </p:cNvPr>
            <p:cNvGrpSpPr/>
            <p:nvPr/>
          </p:nvGrpSpPr>
          <p:grpSpPr>
            <a:xfrm>
              <a:off x="4250781" y="2022221"/>
              <a:ext cx="2199214" cy="1740703"/>
              <a:chOff x="4357104" y="2015572"/>
              <a:chExt cx="2199214" cy="1740703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BFECDA85-3877-4C0C-DA79-1A3775619D9E}"/>
                  </a:ext>
                </a:extLst>
              </p:cNvPr>
              <p:cNvGrpSpPr/>
              <p:nvPr/>
            </p:nvGrpSpPr>
            <p:grpSpPr>
              <a:xfrm>
                <a:off x="4499975" y="2015572"/>
                <a:ext cx="2056343" cy="1740703"/>
                <a:chOff x="4187258" y="1913532"/>
                <a:chExt cx="3580532" cy="3030936"/>
              </a:xfrm>
            </p:grpSpPr>
            <p:grpSp>
              <p:nvGrpSpPr>
                <p:cNvPr id="84" name="组合 83">
                  <a:extLst>
                    <a:ext uri="{FF2B5EF4-FFF2-40B4-BE49-F238E27FC236}">
                      <a16:creationId xmlns:a16="http://schemas.microsoft.com/office/drawing/2014/main" id="{03B626D0-F83B-8CF4-69EC-EE8B336BA806}"/>
                    </a:ext>
                  </a:extLst>
                </p:cNvPr>
                <p:cNvGrpSpPr/>
                <p:nvPr/>
              </p:nvGrpSpPr>
              <p:grpSpPr>
                <a:xfrm>
                  <a:off x="4187259" y="2310246"/>
                  <a:ext cx="3580531" cy="2237508"/>
                  <a:chOff x="2201143" y="1170709"/>
                  <a:chExt cx="3580531" cy="2237508"/>
                </a:xfrm>
              </p:grpSpPr>
              <p:grpSp>
                <p:nvGrpSpPr>
                  <p:cNvPr id="88" name="组合 87">
                    <a:extLst>
                      <a:ext uri="{FF2B5EF4-FFF2-40B4-BE49-F238E27FC236}">
                        <a16:creationId xmlns:a16="http://schemas.microsoft.com/office/drawing/2014/main" id="{38512A78-7C43-D01F-6EC7-8F7A484491B2}"/>
                      </a:ext>
                    </a:extLst>
                  </p:cNvPr>
                  <p:cNvGrpSpPr/>
                  <p:nvPr/>
                </p:nvGrpSpPr>
                <p:grpSpPr>
                  <a:xfrm>
                    <a:off x="2201143" y="1170709"/>
                    <a:ext cx="3326821" cy="464127"/>
                    <a:chOff x="1058143" y="932120"/>
                    <a:chExt cx="3864067" cy="1082040"/>
                  </a:xfrm>
                  <a:solidFill>
                    <a:schemeClr val="bg2">
                      <a:lumMod val="50000"/>
                    </a:schemeClr>
                  </a:solidFill>
                </p:grpSpPr>
                <p:sp>
                  <p:nvSpPr>
                    <p:cNvPr id="97" name="箭头: 圆角右 96">
                      <a:extLst>
                        <a:ext uri="{FF2B5EF4-FFF2-40B4-BE49-F238E27FC236}">
                          <a16:creationId xmlns:a16="http://schemas.microsoft.com/office/drawing/2014/main" id="{64CF0694-A3F0-8139-4CCC-47171D9ACBD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415174" y="507123"/>
                      <a:ext cx="1082040" cy="1932033"/>
                    </a:xfrm>
                    <a:prstGeom prst="ben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8" name="箭头: 圆角右 97">
                      <a:extLst>
                        <a:ext uri="{FF2B5EF4-FFF2-40B4-BE49-F238E27FC236}">
                          <a16:creationId xmlns:a16="http://schemas.microsoft.com/office/drawing/2014/main" id="{72660236-88F5-3540-9EB3-B5EC06FB2465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483140" y="507123"/>
                      <a:ext cx="1082040" cy="1932033"/>
                    </a:xfrm>
                    <a:prstGeom prst="bentArrow">
                      <a:avLst>
                        <a:gd name="adj1" fmla="val 25000"/>
                        <a:gd name="adj2" fmla="val 25000"/>
                        <a:gd name="adj3" fmla="val 0"/>
                        <a:gd name="adj4" fmla="val 43750"/>
                      </a:avLst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89" name="组合 88">
                    <a:extLst>
                      <a:ext uri="{FF2B5EF4-FFF2-40B4-BE49-F238E27FC236}">
                        <a16:creationId xmlns:a16="http://schemas.microsoft.com/office/drawing/2014/main" id="{6149309A-ACB0-94B6-82F9-91A7E0D65AD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2201144" y="2944090"/>
                    <a:ext cx="3326821" cy="464127"/>
                    <a:chOff x="1058143" y="932120"/>
                    <a:chExt cx="3864067" cy="1082040"/>
                  </a:xfrm>
                  <a:solidFill>
                    <a:schemeClr val="bg2">
                      <a:lumMod val="50000"/>
                    </a:schemeClr>
                  </a:solidFill>
                </p:grpSpPr>
                <p:sp>
                  <p:nvSpPr>
                    <p:cNvPr id="95" name="箭头: 圆角右 94">
                      <a:extLst>
                        <a:ext uri="{FF2B5EF4-FFF2-40B4-BE49-F238E27FC236}">
                          <a16:creationId xmlns:a16="http://schemas.microsoft.com/office/drawing/2014/main" id="{8F332EF7-AE52-57A7-8EA9-1D6A8536BF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415174" y="507123"/>
                      <a:ext cx="1082040" cy="1932033"/>
                    </a:xfrm>
                    <a:prstGeom prst="ben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6" name="箭头: 圆角右 95">
                      <a:extLst>
                        <a:ext uri="{FF2B5EF4-FFF2-40B4-BE49-F238E27FC236}">
                          <a16:creationId xmlns:a16="http://schemas.microsoft.com/office/drawing/2014/main" id="{A69947D1-898E-2A5A-D778-CE67AFAEAFF9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483140" y="507123"/>
                      <a:ext cx="1082040" cy="1932033"/>
                    </a:xfrm>
                    <a:prstGeom prst="bentArrow">
                      <a:avLst>
                        <a:gd name="adj1" fmla="val 25000"/>
                        <a:gd name="adj2" fmla="val 25000"/>
                        <a:gd name="adj3" fmla="val 0"/>
                        <a:gd name="adj4" fmla="val 43750"/>
                      </a:avLst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91" name="箭头: 右 90">
                    <a:extLst>
                      <a:ext uri="{FF2B5EF4-FFF2-40B4-BE49-F238E27FC236}">
                        <a16:creationId xmlns:a16="http://schemas.microsoft.com/office/drawing/2014/main" id="{565DA77D-B524-5655-F880-F7B79C33D408}"/>
                      </a:ext>
                    </a:extLst>
                  </p:cNvPr>
                  <p:cNvSpPr/>
                  <p:nvPr/>
                </p:nvSpPr>
                <p:spPr>
                  <a:xfrm>
                    <a:off x="3078335" y="2209618"/>
                    <a:ext cx="1663411" cy="235322"/>
                  </a:xfrm>
                  <a:prstGeom prst="rightArrow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92" name="组合 91">
                    <a:extLst>
                      <a:ext uri="{FF2B5EF4-FFF2-40B4-BE49-F238E27FC236}">
                        <a16:creationId xmlns:a16="http://schemas.microsoft.com/office/drawing/2014/main" id="{1DB88C82-1BB6-105D-29F5-423831ABD683}"/>
                      </a:ext>
                    </a:extLst>
                  </p:cNvPr>
                  <p:cNvGrpSpPr/>
                  <p:nvPr/>
                </p:nvGrpSpPr>
                <p:grpSpPr>
                  <a:xfrm>
                    <a:off x="5047383" y="1948728"/>
                    <a:ext cx="734291" cy="734291"/>
                    <a:chOff x="5047383" y="1948728"/>
                    <a:chExt cx="734291" cy="734291"/>
                  </a:xfrm>
                </p:grpSpPr>
                <p:sp>
                  <p:nvSpPr>
                    <p:cNvPr id="93" name="椭圆 92">
                      <a:extLst>
                        <a:ext uri="{FF2B5EF4-FFF2-40B4-BE49-F238E27FC236}">
                          <a16:creationId xmlns:a16="http://schemas.microsoft.com/office/drawing/2014/main" id="{C6EBBABD-74C7-B0C3-171B-A1794C6EB4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47383" y="1948728"/>
                      <a:ext cx="734291" cy="734291"/>
                    </a:xfrm>
                    <a:prstGeom prst="ellipse">
                      <a:avLst/>
                    </a:prstGeom>
                    <a:noFill/>
                    <a:ln w="7620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4" name="十字形 93">
                      <a:extLst>
                        <a:ext uri="{FF2B5EF4-FFF2-40B4-BE49-F238E27FC236}">
                          <a16:creationId xmlns:a16="http://schemas.microsoft.com/office/drawing/2014/main" id="{8DF9ED3D-0EEA-3EB1-AA03-48615E98E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85668" y="2078311"/>
                      <a:ext cx="470187" cy="470187"/>
                    </a:xfrm>
                    <a:prstGeom prst="plus">
                      <a:avLst>
                        <a:gd name="adj" fmla="val 46374"/>
                      </a:avLst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5" name="文本框 84">
                      <a:extLst>
                        <a:ext uri="{FF2B5EF4-FFF2-40B4-BE49-F238E27FC236}">
                          <a16:creationId xmlns:a16="http://schemas.microsoft.com/office/drawing/2014/main" id="{43835065-0B66-EDB6-58E0-0238F1129C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87258" y="1913532"/>
                      <a:ext cx="33268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</a:p>
                  </p:txBody>
                </p:sp>
              </mc:Choice>
              <mc:Fallback>
                <p:sp>
                  <p:nvSpPr>
                    <p:cNvPr id="85" name="文本框 84">
                      <a:extLst>
                        <a:ext uri="{FF2B5EF4-FFF2-40B4-BE49-F238E27FC236}">
                          <a16:creationId xmlns:a16="http://schemas.microsoft.com/office/drawing/2014/main" id="{43835065-0B66-EDB6-58E0-0238F1129CF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7258" y="1913532"/>
                      <a:ext cx="3326822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20588" b="-12058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6" name="文本框 85">
                      <a:extLst>
                        <a:ext uri="{FF2B5EF4-FFF2-40B4-BE49-F238E27FC236}">
                          <a16:creationId xmlns:a16="http://schemas.microsoft.com/office/drawing/2014/main" id="{E97AFAE1-E756-A3D2-F001-13C8EF37F4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87258" y="4575136"/>
                      <a:ext cx="33268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𝑀𝐴𝐷</m:t>
                            </m:r>
                          </m:oMath>
                        </m:oMathPara>
                      </a14:m>
                    </a:p>
                  </p:txBody>
                </p:sp>
              </mc:Choice>
              <mc:Fallback>
                <p:sp>
                  <p:nvSpPr>
                    <p:cNvPr id="86" name="文本框 85">
                      <a:extLst>
                        <a:ext uri="{FF2B5EF4-FFF2-40B4-BE49-F238E27FC236}">
                          <a16:creationId xmlns:a16="http://schemas.microsoft.com/office/drawing/2014/main" id="{E97AFAE1-E756-A3D2-F001-13C8EF37F4E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7258" y="4575136"/>
                      <a:ext cx="3326822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7143" b="-1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7" name="文本框 86">
                      <a:extLst>
                        <a:ext uri="{FF2B5EF4-FFF2-40B4-BE49-F238E27FC236}">
                          <a16:creationId xmlns:a16="http://schemas.microsoft.com/office/drawing/2014/main" id="{06F4C248-6EF0-6578-D8A4-F5023350B1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16074" y="3008004"/>
                      <a:ext cx="1469189" cy="3907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oMath>
                        </m:oMathPara>
                      </a14:m>
                    </a:p>
                  </p:txBody>
                </p:sp>
              </mc:Choice>
              <mc:Fallback>
                <p:sp>
                  <p:nvSpPr>
                    <p:cNvPr id="87" name="文本框 86">
                      <a:extLst>
                        <a:ext uri="{FF2B5EF4-FFF2-40B4-BE49-F238E27FC236}">
                          <a16:creationId xmlns:a16="http://schemas.microsoft.com/office/drawing/2014/main" id="{06F4C248-6EF0-6578-D8A4-F5023350B1D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16074" y="3008004"/>
                      <a:ext cx="1469189" cy="390748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t="-18919" b="-1027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04" name="图形 103">
                <a:extLst>
                  <a:ext uri="{FF2B5EF4-FFF2-40B4-BE49-F238E27FC236}">
                    <a16:creationId xmlns:a16="http://schemas.microsoft.com/office/drawing/2014/main" id="{50C6C2D2-1665-8835-3A7D-1FFAE2CDA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357104" y="2662767"/>
                <a:ext cx="383968" cy="411567"/>
              </a:xfrm>
              <a:prstGeom prst="rect">
                <a:avLst/>
              </a:prstGeom>
            </p:spPr>
          </p:pic>
        </p:grpSp>
      </p:grpSp>
      <p:pic>
        <p:nvPicPr>
          <p:cNvPr id="107" name="图形 106">
            <a:extLst>
              <a:ext uri="{FF2B5EF4-FFF2-40B4-BE49-F238E27FC236}">
                <a16:creationId xmlns:a16="http://schemas.microsoft.com/office/drawing/2014/main" id="{670D59C1-3DAB-47DE-BA56-F506986C8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8773" y="2592631"/>
            <a:ext cx="663187" cy="710855"/>
          </a:xfrm>
          <a:prstGeom prst="rect">
            <a:avLst/>
          </a:prstGeom>
        </p:spPr>
      </p:pic>
      <p:sp>
        <p:nvSpPr>
          <p:cNvPr id="109" name="箭头: 圆角右 108">
            <a:extLst>
              <a:ext uri="{FF2B5EF4-FFF2-40B4-BE49-F238E27FC236}">
                <a16:creationId xmlns:a16="http://schemas.microsoft.com/office/drawing/2014/main" id="{1B807AF0-3D68-1E7D-FE69-9C0D900A5974}"/>
              </a:ext>
            </a:extLst>
          </p:cNvPr>
          <p:cNvSpPr/>
          <p:nvPr/>
        </p:nvSpPr>
        <p:spPr>
          <a:xfrm>
            <a:off x="1798992" y="769803"/>
            <a:ext cx="1070035" cy="1782663"/>
          </a:xfrm>
          <a:prstGeom prst="bentArrow">
            <a:avLst>
              <a:gd name="adj1" fmla="val 6224"/>
              <a:gd name="adj2" fmla="val 7718"/>
              <a:gd name="adj3" fmla="val 25000"/>
              <a:gd name="adj4" fmla="val 1644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箭头: 圆角右 109">
            <a:extLst>
              <a:ext uri="{FF2B5EF4-FFF2-40B4-BE49-F238E27FC236}">
                <a16:creationId xmlns:a16="http://schemas.microsoft.com/office/drawing/2014/main" id="{0728257C-1551-B8D6-D2A1-2E5C4A553A93}"/>
              </a:ext>
            </a:extLst>
          </p:cNvPr>
          <p:cNvSpPr/>
          <p:nvPr/>
        </p:nvSpPr>
        <p:spPr>
          <a:xfrm flipV="1">
            <a:off x="1766073" y="3528796"/>
            <a:ext cx="1102954" cy="1877986"/>
          </a:xfrm>
          <a:prstGeom prst="bentArrow">
            <a:avLst>
              <a:gd name="adj1" fmla="val 6224"/>
              <a:gd name="adj2" fmla="val 7718"/>
              <a:gd name="adj3" fmla="val 25000"/>
              <a:gd name="adj4" fmla="val 1644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92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49F2003E-A0CF-CF62-A5BE-2F5A63C32765}"/>
              </a:ext>
            </a:extLst>
          </p:cNvPr>
          <p:cNvGrpSpPr/>
          <p:nvPr/>
        </p:nvGrpSpPr>
        <p:grpSpPr>
          <a:xfrm>
            <a:off x="1000254" y="1759974"/>
            <a:ext cx="9419303" cy="3185652"/>
            <a:chOff x="970758" y="1759974"/>
            <a:chExt cx="9419303" cy="3185652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5F5B9D-8E4D-D728-89BC-9C6500DBA481}"/>
                </a:ext>
              </a:extLst>
            </p:cNvPr>
            <p:cNvGrpSpPr/>
            <p:nvPr/>
          </p:nvGrpSpPr>
          <p:grpSpPr>
            <a:xfrm>
              <a:off x="1139182" y="2116857"/>
              <a:ext cx="9206988" cy="2369137"/>
              <a:chOff x="706563" y="2175850"/>
              <a:chExt cx="9206988" cy="2369137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3F2F8572-6DCD-3B49-A035-841BFF597483}"/>
                  </a:ext>
                </a:extLst>
              </p:cNvPr>
              <p:cNvGrpSpPr/>
              <p:nvPr/>
            </p:nvGrpSpPr>
            <p:grpSpPr>
              <a:xfrm>
                <a:off x="706563" y="2711301"/>
                <a:ext cx="6654617" cy="1576834"/>
                <a:chOff x="1592309" y="1773254"/>
                <a:chExt cx="9073138" cy="2149911"/>
              </a:xfrm>
            </p:grpSpPr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1042D024-D36F-9666-C900-00BFB7B4196E}"/>
                    </a:ext>
                  </a:extLst>
                </p:cNvPr>
                <p:cNvGrpSpPr/>
                <p:nvPr/>
              </p:nvGrpSpPr>
              <p:grpSpPr>
                <a:xfrm>
                  <a:off x="1592309" y="1773254"/>
                  <a:ext cx="8062882" cy="1990851"/>
                  <a:chOff x="1456656" y="1879101"/>
                  <a:chExt cx="8683736" cy="2000368"/>
                </a:xfrm>
              </p:grpSpPr>
              <p:grpSp>
                <p:nvGrpSpPr>
                  <p:cNvPr id="13" name="组合 12">
                    <a:extLst>
                      <a:ext uri="{FF2B5EF4-FFF2-40B4-BE49-F238E27FC236}">
                        <a16:creationId xmlns:a16="http://schemas.microsoft.com/office/drawing/2014/main" id="{20F40AF6-C5DB-7C99-D344-C14C146F6FB0}"/>
                      </a:ext>
                    </a:extLst>
                  </p:cNvPr>
                  <p:cNvGrpSpPr/>
                  <p:nvPr/>
                </p:nvGrpSpPr>
                <p:grpSpPr>
                  <a:xfrm>
                    <a:off x="4385187" y="1879101"/>
                    <a:ext cx="5755205" cy="2000368"/>
                    <a:chOff x="1170038" y="1804218"/>
                    <a:chExt cx="7814180" cy="2701412"/>
                  </a:xfrm>
                </p:grpSpPr>
                <p:grpSp>
                  <p:nvGrpSpPr>
                    <p:cNvPr id="16" name="组合 15">
                      <a:extLst>
                        <a:ext uri="{FF2B5EF4-FFF2-40B4-BE49-F238E27FC236}">
                          <a16:creationId xmlns:a16="http://schemas.microsoft.com/office/drawing/2014/main" id="{EEFFFF0A-1BDD-52F0-5C87-C60BD62525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70038" y="1855839"/>
                      <a:ext cx="2231923" cy="1573161"/>
                      <a:chOff x="1494503" y="1150374"/>
                      <a:chExt cx="2231923" cy="1573161"/>
                    </a:xfrm>
                  </p:grpSpPr>
                  <p:sp>
                    <p:nvSpPr>
                      <p:cNvPr id="28" name="矩形: 圆角 27">
                        <a:extLst>
                          <a:ext uri="{FF2B5EF4-FFF2-40B4-BE49-F238E27FC236}">
                            <a16:creationId xmlns:a16="http://schemas.microsoft.com/office/drawing/2014/main" id="{B90E31A1-A4CB-F1BC-D918-47E8201B8B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12373" y="1538746"/>
                        <a:ext cx="1445342" cy="28513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29" name="矩形: 圆角 28">
                        <a:extLst>
                          <a:ext uri="{FF2B5EF4-FFF2-40B4-BE49-F238E27FC236}">
                            <a16:creationId xmlns:a16="http://schemas.microsoft.com/office/drawing/2014/main" id="{E1F3A35C-3007-9065-27A8-60154EBE3D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12373" y="2069685"/>
                        <a:ext cx="1445342" cy="28513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30" name="矩形: 圆角 29">
                        <a:extLst>
                          <a:ext uri="{FF2B5EF4-FFF2-40B4-BE49-F238E27FC236}">
                            <a16:creationId xmlns:a16="http://schemas.microsoft.com/office/drawing/2014/main" id="{EECC9D57-E6B7-68B1-D7F1-0D8D16AA6C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94503" y="1150374"/>
                        <a:ext cx="2231923" cy="1573161"/>
                      </a:xfrm>
                      <a:prstGeom prst="round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17" name="箭头: 右 16">
                      <a:extLst>
                        <a:ext uri="{FF2B5EF4-FFF2-40B4-BE49-F238E27FC236}">
                          <a16:creationId xmlns:a16="http://schemas.microsoft.com/office/drawing/2014/main" id="{8FB09B77-9007-E184-F18C-2347CE6D8D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7262" y="2454986"/>
                      <a:ext cx="1633381" cy="366252"/>
                    </a:xfrm>
                    <a:prstGeom prst="righ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" name="箭头: 圆角右 17">
                      <a:extLst>
                        <a:ext uri="{FF2B5EF4-FFF2-40B4-BE49-F238E27FC236}">
                          <a16:creationId xmlns:a16="http://schemas.microsoft.com/office/drawing/2014/main" id="{DF6479AC-25CE-0CFF-C0EB-AF76E0F40B9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70465" y="3674804"/>
                      <a:ext cx="6813753" cy="830826"/>
                    </a:xfrm>
                    <a:prstGeom prst="ben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20" name="图形 19">
                      <a:extLst>
                        <a:ext uri="{FF2B5EF4-FFF2-40B4-BE49-F238E27FC236}">
                          <a16:creationId xmlns:a16="http://schemas.microsoft.com/office/drawing/2014/main" id="{071A65E6-7F40-8E39-87B5-9B8D9CB0846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87626" y="1804218"/>
                      <a:ext cx="1773497" cy="177349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1" name="箭头: 右 20">
                      <a:extLst>
                        <a:ext uri="{FF2B5EF4-FFF2-40B4-BE49-F238E27FC236}">
                          <a16:creationId xmlns:a16="http://schemas.microsoft.com/office/drawing/2014/main" id="{1B996BEA-0B4A-0F3E-BC57-0F0967264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0837" y="2474030"/>
                      <a:ext cx="1633381" cy="366252"/>
                    </a:xfrm>
                    <a:prstGeom prst="righ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4" name="箭头: 右 13">
                    <a:extLst>
                      <a:ext uri="{FF2B5EF4-FFF2-40B4-BE49-F238E27FC236}">
                        <a16:creationId xmlns:a16="http://schemas.microsoft.com/office/drawing/2014/main" id="{B1D7B407-46FB-B2B7-EDBE-5F24F77C6039}"/>
                      </a:ext>
                    </a:extLst>
                  </p:cNvPr>
                  <p:cNvSpPr/>
                  <p:nvPr/>
                </p:nvSpPr>
                <p:spPr>
                  <a:xfrm>
                    <a:off x="2944980" y="2375090"/>
                    <a:ext cx="1202998" cy="271206"/>
                  </a:xfrm>
                  <a:prstGeom prst="rightArrow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15" name="图形 14">
                    <a:extLst>
                      <a:ext uri="{FF2B5EF4-FFF2-40B4-BE49-F238E27FC236}">
                        <a16:creationId xmlns:a16="http://schemas.microsoft.com/office/drawing/2014/main" id="{E88216FE-4229-C10B-661E-3466F2DFA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6656" y="1953207"/>
                    <a:ext cx="1357976" cy="135797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3E5C8CDD-B23A-05FF-BA0D-7D761F158C34}"/>
                    </a:ext>
                  </a:extLst>
                </p:cNvPr>
                <p:cNvGrpSpPr/>
                <p:nvPr/>
              </p:nvGrpSpPr>
              <p:grpSpPr>
                <a:xfrm>
                  <a:off x="9872040" y="1773254"/>
                  <a:ext cx="793407" cy="2149911"/>
                  <a:chOff x="747704" y="1035985"/>
                  <a:chExt cx="793407" cy="2149911"/>
                </a:xfrm>
              </p:grpSpPr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E5C89DAA-62B8-112E-BF3F-1D5F7EF5DCAF}"/>
                      </a:ext>
                    </a:extLst>
                  </p:cNvPr>
                  <p:cNvSpPr/>
                  <p:nvPr/>
                </p:nvSpPr>
                <p:spPr>
                  <a:xfrm>
                    <a:off x="942693" y="1315732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95F910C8-15C0-30FF-4E02-5D46D9D71756}"/>
                      </a:ext>
                    </a:extLst>
                  </p:cNvPr>
                  <p:cNvSpPr/>
                  <p:nvPr/>
                </p:nvSpPr>
                <p:spPr>
                  <a:xfrm>
                    <a:off x="942693" y="1926506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4" name="矩形 33">
                    <a:extLst>
                      <a:ext uri="{FF2B5EF4-FFF2-40B4-BE49-F238E27FC236}">
                        <a16:creationId xmlns:a16="http://schemas.microsoft.com/office/drawing/2014/main" id="{184BB2BA-0805-5C39-0F4E-FBE4DC9DCBA3}"/>
                      </a:ext>
                    </a:extLst>
                  </p:cNvPr>
                  <p:cNvSpPr/>
                  <p:nvPr/>
                </p:nvSpPr>
                <p:spPr>
                  <a:xfrm>
                    <a:off x="942693" y="2556201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5" name="矩形: 圆角 34">
                    <a:extLst>
                      <a:ext uri="{FF2B5EF4-FFF2-40B4-BE49-F238E27FC236}">
                        <a16:creationId xmlns:a16="http://schemas.microsoft.com/office/drawing/2014/main" id="{F915A2CB-DCB1-9604-A845-F7DCD3BB46C1}"/>
                      </a:ext>
                    </a:extLst>
                  </p:cNvPr>
                  <p:cNvSpPr/>
                  <p:nvPr/>
                </p:nvSpPr>
                <p:spPr>
                  <a:xfrm>
                    <a:off x="747704" y="1035985"/>
                    <a:ext cx="793407" cy="2149911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pic>
            <p:nvPicPr>
              <p:cNvPr id="38" name="图形 37">
                <a:extLst>
                  <a:ext uri="{FF2B5EF4-FFF2-40B4-BE49-F238E27FC236}">
                    <a16:creationId xmlns:a16="http://schemas.microsoft.com/office/drawing/2014/main" id="{EFDD5358-2E20-93F3-5218-0D3F691AE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547275" y="2677280"/>
                <a:ext cx="1366276" cy="1366276"/>
              </a:xfrm>
              <a:prstGeom prst="rect">
                <a:avLst/>
              </a:prstGeom>
            </p:spPr>
          </p:pic>
          <p:sp>
            <p:nvSpPr>
              <p:cNvPr id="40" name="箭头: 右 39">
                <a:extLst>
                  <a:ext uri="{FF2B5EF4-FFF2-40B4-BE49-F238E27FC236}">
                    <a16:creationId xmlns:a16="http://schemas.microsoft.com/office/drawing/2014/main" id="{8B568920-C150-59FB-5A87-320271B8A6B9}"/>
                  </a:ext>
                </a:extLst>
              </p:cNvPr>
              <p:cNvSpPr/>
              <p:nvPr/>
            </p:nvSpPr>
            <p:spPr>
              <a:xfrm>
                <a:off x="7603716" y="3091625"/>
                <a:ext cx="819246" cy="197967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695D9148-9C8D-0488-1B9F-54E24CB0704F}"/>
                  </a:ext>
                </a:extLst>
              </p:cNvPr>
              <p:cNvGrpSpPr/>
              <p:nvPr/>
            </p:nvGrpSpPr>
            <p:grpSpPr>
              <a:xfrm flipV="1">
                <a:off x="1116430" y="4207343"/>
                <a:ext cx="8226893" cy="337644"/>
                <a:chOff x="1418554" y="1166667"/>
                <a:chExt cx="8226893" cy="337644"/>
              </a:xfrm>
            </p:grpSpPr>
            <p:sp>
              <p:nvSpPr>
                <p:cNvPr id="42" name="箭头: 圆角右 41">
                  <a:extLst>
                    <a:ext uri="{FF2B5EF4-FFF2-40B4-BE49-F238E27FC236}">
                      <a16:creationId xmlns:a16="http://schemas.microsoft.com/office/drawing/2014/main" id="{101D5E3B-A065-2B3C-5CBA-1969B570BFDB}"/>
                    </a:ext>
                  </a:extLst>
                </p:cNvPr>
                <p:cNvSpPr/>
                <p:nvPr/>
              </p:nvSpPr>
              <p:spPr>
                <a:xfrm rot="5400000">
                  <a:off x="5968229" y="-2172907"/>
                  <a:ext cx="337644" cy="7016792"/>
                </a:xfrm>
                <a:prstGeom prst="ben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箭头: 圆角右 42">
                  <a:extLst>
                    <a:ext uri="{FF2B5EF4-FFF2-40B4-BE49-F238E27FC236}">
                      <a16:creationId xmlns:a16="http://schemas.microsoft.com/office/drawing/2014/main" id="{4271E6AD-5283-1EA3-321F-EDBD4E1C15D2}"/>
                    </a:ext>
                  </a:extLst>
                </p:cNvPr>
                <p:cNvSpPr/>
                <p:nvPr/>
              </p:nvSpPr>
              <p:spPr>
                <a:xfrm rot="16200000" flipH="1">
                  <a:off x="4758129" y="-2172908"/>
                  <a:ext cx="337644" cy="7016793"/>
                </a:xfrm>
                <a:prstGeom prst="bentArrow">
                  <a:avLst>
                    <a:gd name="adj1" fmla="val 25000"/>
                    <a:gd name="adj2" fmla="val 25000"/>
                    <a:gd name="adj3" fmla="val 0"/>
                    <a:gd name="adj4" fmla="val 43750"/>
                  </a:avLst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9BB03CB4-02B8-47F7-6956-710200C92C55}"/>
                  </a:ext>
                </a:extLst>
              </p:cNvPr>
              <p:cNvGrpSpPr/>
              <p:nvPr/>
            </p:nvGrpSpPr>
            <p:grpSpPr>
              <a:xfrm flipH="1">
                <a:off x="1080495" y="2175850"/>
                <a:ext cx="8226893" cy="337644"/>
                <a:chOff x="1418554" y="1166667"/>
                <a:chExt cx="8226893" cy="337644"/>
              </a:xfrm>
            </p:grpSpPr>
            <p:sp>
              <p:nvSpPr>
                <p:cNvPr id="46" name="箭头: 圆角右 45">
                  <a:extLst>
                    <a:ext uri="{FF2B5EF4-FFF2-40B4-BE49-F238E27FC236}">
                      <a16:creationId xmlns:a16="http://schemas.microsoft.com/office/drawing/2014/main" id="{5014EBEB-37CC-862A-83FB-488F88CEE3E1}"/>
                    </a:ext>
                  </a:extLst>
                </p:cNvPr>
                <p:cNvSpPr/>
                <p:nvPr/>
              </p:nvSpPr>
              <p:spPr>
                <a:xfrm rot="5400000">
                  <a:off x="5968229" y="-2172907"/>
                  <a:ext cx="337644" cy="7016792"/>
                </a:xfrm>
                <a:prstGeom prst="ben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箭头: 圆角右 46">
                  <a:extLst>
                    <a:ext uri="{FF2B5EF4-FFF2-40B4-BE49-F238E27FC236}">
                      <a16:creationId xmlns:a16="http://schemas.microsoft.com/office/drawing/2014/main" id="{77B4E6BB-3C49-D1D3-58AA-D391E40FD2B0}"/>
                    </a:ext>
                  </a:extLst>
                </p:cNvPr>
                <p:cNvSpPr/>
                <p:nvPr/>
              </p:nvSpPr>
              <p:spPr>
                <a:xfrm rot="16200000" flipH="1">
                  <a:off x="4758129" y="-2172908"/>
                  <a:ext cx="337644" cy="7016793"/>
                </a:xfrm>
                <a:prstGeom prst="bentArrow">
                  <a:avLst>
                    <a:gd name="adj1" fmla="val 25000"/>
                    <a:gd name="adj2" fmla="val 25000"/>
                    <a:gd name="adj3" fmla="val 0"/>
                    <a:gd name="adj4" fmla="val 43750"/>
                  </a:avLst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7A240972-A59B-9FBC-9C4B-74026B0D4143}"/>
                </a:ext>
              </a:extLst>
            </p:cNvPr>
            <p:cNvSpPr/>
            <p:nvPr/>
          </p:nvSpPr>
          <p:spPr>
            <a:xfrm>
              <a:off x="970758" y="1759974"/>
              <a:ext cx="9419303" cy="318565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70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A29ED158-18AE-F1E2-1323-AC71CDD8F7AA}"/>
              </a:ext>
            </a:extLst>
          </p:cNvPr>
          <p:cNvGrpSpPr/>
          <p:nvPr/>
        </p:nvGrpSpPr>
        <p:grpSpPr>
          <a:xfrm>
            <a:off x="351325" y="314633"/>
            <a:ext cx="5872527" cy="1986116"/>
            <a:chOff x="970758" y="1759974"/>
            <a:chExt cx="9419303" cy="3185652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267851D6-FA93-4194-A6EB-4115BFF5B170}"/>
                </a:ext>
              </a:extLst>
            </p:cNvPr>
            <p:cNvGrpSpPr/>
            <p:nvPr/>
          </p:nvGrpSpPr>
          <p:grpSpPr>
            <a:xfrm>
              <a:off x="1139182" y="2116857"/>
              <a:ext cx="9206988" cy="2369137"/>
              <a:chOff x="706563" y="2175850"/>
              <a:chExt cx="9206988" cy="2369137"/>
            </a:xfrm>
          </p:grpSpPr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37C90DDD-8305-32E3-D868-D804D1C52E17}"/>
                  </a:ext>
                </a:extLst>
              </p:cNvPr>
              <p:cNvGrpSpPr/>
              <p:nvPr/>
            </p:nvGrpSpPr>
            <p:grpSpPr>
              <a:xfrm>
                <a:off x="706563" y="2711301"/>
                <a:ext cx="6654617" cy="1576834"/>
                <a:chOff x="1592309" y="1773254"/>
                <a:chExt cx="9073138" cy="2149911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:a16="http://schemas.microsoft.com/office/drawing/2014/main" id="{F16B8EA8-815C-3B84-4729-C5CE71CD5A2C}"/>
                    </a:ext>
                  </a:extLst>
                </p:cNvPr>
                <p:cNvGrpSpPr/>
                <p:nvPr/>
              </p:nvGrpSpPr>
              <p:grpSpPr>
                <a:xfrm>
                  <a:off x="1592309" y="1773254"/>
                  <a:ext cx="8062882" cy="1990851"/>
                  <a:chOff x="1456656" y="1879101"/>
                  <a:chExt cx="8683736" cy="2000368"/>
                </a:xfrm>
              </p:grpSpPr>
              <p:grpSp>
                <p:nvGrpSpPr>
                  <p:cNvPr id="81" name="组合 80">
                    <a:extLst>
                      <a:ext uri="{FF2B5EF4-FFF2-40B4-BE49-F238E27FC236}">
                        <a16:creationId xmlns:a16="http://schemas.microsoft.com/office/drawing/2014/main" id="{5B44EFD8-9F4F-A6E6-95B0-0A16C0926C44}"/>
                      </a:ext>
                    </a:extLst>
                  </p:cNvPr>
                  <p:cNvGrpSpPr/>
                  <p:nvPr/>
                </p:nvGrpSpPr>
                <p:grpSpPr>
                  <a:xfrm>
                    <a:off x="4385187" y="1879101"/>
                    <a:ext cx="5755205" cy="2000368"/>
                    <a:chOff x="1170038" y="1804218"/>
                    <a:chExt cx="7814180" cy="2701412"/>
                  </a:xfrm>
                </p:grpSpPr>
                <p:grpSp>
                  <p:nvGrpSpPr>
                    <p:cNvPr id="84" name="组合 83">
                      <a:extLst>
                        <a:ext uri="{FF2B5EF4-FFF2-40B4-BE49-F238E27FC236}">
                          <a16:creationId xmlns:a16="http://schemas.microsoft.com/office/drawing/2014/main" id="{65B2137D-0511-0831-6890-A5E178C057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70038" y="1855839"/>
                      <a:ext cx="2231923" cy="1573161"/>
                      <a:chOff x="1494503" y="1150374"/>
                      <a:chExt cx="2231923" cy="1573161"/>
                    </a:xfrm>
                  </p:grpSpPr>
                  <p:sp>
                    <p:nvSpPr>
                      <p:cNvPr id="89" name="矩形: 圆角 88">
                        <a:extLst>
                          <a:ext uri="{FF2B5EF4-FFF2-40B4-BE49-F238E27FC236}">
                            <a16:creationId xmlns:a16="http://schemas.microsoft.com/office/drawing/2014/main" id="{A664CDC2-C8AF-6870-FCE3-4734D71160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12373" y="1538746"/>
                        <a:ext cx="1445342" cy="28513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90" name="矩形: 圆角 89">
                        <a:extLst>
                          <a:ext uri="{FF2B5EF4-FFF2-40B4-BE49-F238E27FC236}">
                            <a16:creationId xmlns:a16="http://schemas.microsoft.com/office/drawing/2014/main" id="{20445A1F-8D98-7CB8-090A-5EB85B3A3E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12373" y="2069685"/>
                        <a:ext cx="1445342" cy="28513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91" name="矩形: 圆角 90">
                        <a:extLst>
                          <a:ext uri="{FF2B5EF4-FFF2-40B4-BE49-F238E27FC236}">
                            <a16:creationId xmlns:a16="http://schemas.microsoft.com/office/drawing/2014/main" id="{D2815A77-92E5-D1A0-1D0B-3560EB2FE5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94503" y="1150374"/>
                        <a:ext cx="2231923" cy="1573161"/>
                      </a:xfrm>
                      <a:prstGeom prst="roundRect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5" name="箭头: 右 84">
                      <a:extLst>
                        <a:ext uri="{FF2B5EF4-FFF2-40B4-BE49-F238E27FC236}">
                          <a16:creationId xmlns:a16="http://schemas.microsoft.com/office/drawing/2014/main" id="{6FCB4453-3071-8962-EDB4-E5F7C98CF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7262" y="2454986"/>
                      <a:ext cx="1633381" cy="366252"/>
                    </a:xfrm>
                    <a:prstGeom prst="righ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" name="箭头: 圆角右 85">
                      <a:extLst>
                        <a:ext uri="{FF2B5EF4-FFF2-40B4-BE49-F238E27FC236}">
                          <a16:creationId xmlns:a16="http://schemas.microsoft.com/office/drawing/2014/main" id="{FEF0B695-CD3A-58EC-2C6F-F9F987405C8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170465" y="3674804"/>
                      <a:ext cx="6813753" cy="830826"/>
                    </a:xfrm>
                    <a:prstGeom prst="ben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87" name="图形 86">
                      <a:extLst>
                        <a:ext uri="{FF2B5EF4-FFF2-40B4-BE49-F238E27FC236}">
                          <a16:creationId xmlns:a16="http://schemas.microsoft.com/office/drawing/2014/main" id="{517645DE-7C80-12F7-B514-5C46FA5CD89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87626" y="1804218"/>
                      <a:ext cx="1773497" cy="1773497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88" name="箭头: 右 87">
                      <a:extLst>
                        <a:ext uri="{FF2B5EF4-FFF2-40B4-BE49-F238E27FC236}">
                          <a16:creationId xmlns:a16="http://schemas.microsoft.com/office/drawing/2014/main" id="{04512251-C4D3-95E7-917F-FA4ED06BFA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0837" y="2474030"/>
                      <a:ext cx="1633381" cy="366252"/>
                    </a:xfrm>
                    <a:prstGeom prst="rightArrow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2" name="箭头: 右 81">
                    <a:extLst>
                      <a:ext uri="{FF2B5EF4-FFF2-40B4-BE49-F238E27FC236}">
                        <a16:creationId xmlns:a16="http://schemas.microsoft.com/office/drawing/2014/main" id="{DE3C6FE3-886E-4B09-07B6-D1A73C1AE888}"/>
                      </a:ext>
                    </a:extLst>
                  </p:cNvPr>
                  <p:cNvSpPr/>
                  <p:nvPr/>
                </p:nvSpPr>
                <p:spPr>
                  <a:xfrm>
                    <a:off x="2944980" y="2375090"/>
                    <a:ext cx="1202998" cy="271206"/>
                  </a:xfrm>
                  <a:prstGeom prst="rightArrow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pic>
                <p:nvPicPr>
                  <p:cNvPr id="83" name="图形 82">
                    <a:extLst>
                      <a:ext uri="{FF2B5EF4-FFF2-40B4-BE49-F238E27FC236}">
                        <a16:creationId xmlns:a16="http://schemas.microsoft.com/office/drawing/2014/main" id="{0E10D66B-A251-AE22-033C-E247A226B1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6656" y="1953207"/>
                    <a:ext cx="1357976" cy="135797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C64AF4BE-9911-4E41-E038-9E899F4AAB56}"/>
                    </a:ext>
                  </a:extLst>
                </p:cNvPr>
                <p:cNvGrpSpPr/>
                <p:nvPr/>
              </p:nvGrpSpPr>
              <p:grpSpPr>
                <a:xfrm>
                  <a:off x="9872040" y="1773254"/>
                  <a:ext cx="793407" cy="2149911"/>
                  <a:chOff x="747704" y="1035985"/>
                  <a:chExt cx="793407" cy="2149911"/>
                </a:xfrm>
              </p:grpSpPr>
              <p:sp>
                <p:nvSpPr>
                  <p:cNvPr id="77" name="矩形 76">
                    <a:extLst>
                      <a:ext uri="{FF2B5EF4-FFF2-40B4-BE49-F238E27FC236}">
                        <a16:creationId xmlns:a16="http://schemas.microsoft.com/office/drawing/2014/main" id="{3B8D8668-91BA-D075-E78A-4B475D3D2966}"/>
                      </a:ext>
                    </a:extLst>
                  </p:cNvPr>
                  <p:cNvSpPr/>
                  <p:nvPr/>
                </p:nvSpPr>
                <p:spPr>
                  <a:xfrm>
                    <a:off x="942693" y="1315732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8" name="矩形 77">
                    <a:extLst>
                      <a:ext uri="{FF2B5EF4-FFF2-40B4-BE49-F238E27FC236}">
                        <a16:creationId xmlns:a16="http://schemas.microsoft.com/office/drawing/2014/main" id="{01EAA36E-ABF5-8474-8DE3-F0F0606321EC}"/>
                      </a:ext>
                    </a:extLst>
                  </p:cNvPr>
                  <p:cNvSpPr/>
                  <p:nvPr/>
                </p:nvSpPr>
                <p:spPr>
                  <a:xfrm>
                    <a:off x="942693" y="1926506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" name="矩形 78">
                    <a:extLst>
                      <a:ext uri="{FF2B5EF4-FFF2-40B4-BE49-F238E27FC236}">
                        <a16:creationId xmlns:a16="http://schemas.microsoft.com/office/drawing/2014/main" id="{A45FD9F2-249E-2785-4C79-1B863E6F1746}"/>
                      </a:ext>
                    </a:extLst>
                  </p:cNvPr>
                  <p:cNvSpPr/>
                  <p:nvPr/>
                </p:nvSpPr>
                <p:spPr>
                  <a:xfrm>
                    <a:off x="942693" y="2556201"/>
                    <a:ext cx="403428" cy="419363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0" name="矩形: 圆角 79">
                    <a:extLst>
                      <a:ext uri="{FF2B5EF4-FFF2-40B4-BE49-F238E27FC236}">
                        <a16:creationId xmlns:a16="http://schemas.microsoft.com/office/drawing/2014/main" id="{D983D970-58D2-747F-EC3F-EDD21D4F07F8}"/>
                      </a:ext>
                    </a:extLst>
                  </p:cNvPr>
                  <p:cNvSpPr/>
                  <p:nvPr/>
                </p:nvSpPr>
                <p:spPr>
                  <a:xfrm>
                    <a:off x="747704" y="1035985"/>
                    <a:ext cx="793407" cy="2149911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pic>
            <p:nvPicPr>
              <p:cNvPr id="67" name="图形 66">
                <a:extLst>
                  <a:ext uri="{FF2B5EF4-FFF2-40B4-BE49-F238E27FC236}">
                    <a16:creationId xmlns:a16="http://schemas.microsoft.com/office/drawing/2014/main" id="{3BFF017D-CCC8-6E0D-9415-C32D34354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547275" y="2677280"/>
                <a:ext cx="1366276" cy="1366276"/>
              </a:xfrm>
              <a:prstGeom prst="rect">
                <a:avLst/>
              </a:prstGeom>
            </p:spPr>
          </p:pic>
          <p:sp>
            <p:nvSpPr>
              <p:cNvPr id="68" name="箭头: 右 67">
                <a:extLst>
                  <a:ext uri="{FF2B5EF4-FFF2-40B4-BE49-F238E27FC236}">
                    <a16:creationId xmlns:a16="http://schemas.microsoft.com/office/drawing/2014/main" id="{A2630A6F-43FF-FDD7-D4BA-363C6CC7E57F}"/>
                  </a:ext>
                </a:extLst>
              </p:cNvPr>
              <p:cNvSpPr/>
              <p:nvPr/>
            </p:nvSpPr>
            <p:spPr>
              <a:xfrm>
                <a:off x="7603716" y="3091625"/>
                <a:ext cx="819246" cy="197967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6B077A3A-4147-133F-A26D-1CC17D9C9A22}"/>
                  </a:ext>
                </a:extLst>
              </p:cNvPr>
              <p:cNvGrpSpPr/>
              <p:nvPr/>
            </p:nvGrpSpPr>
            <p:grpSpPr>
              <a:xfrm flipV="1">
                <a:off x="1116430" y="4207343"/>
                <a:ext cx="8226893" cy="337644"/>
                <a:chOff x="1418554" y="1166667"/>
                <a:chExt cx="8226893" cy="337644"/>
              </a:xfrm>
            </p:grpSpPr>
            <p:sp>
              <p:nvSpPr>
                <p:cNvPr id="73" name="箭头: 圆角右 72">
                  <a:extLst>
                    <a:ext uri="{FF2B5EF4-FFF2-40B4-BE49-F238E27FC236}">
                      <a16:creationId xmlns:a16="http://schemas.microsoft.com/office/drawing/2014/main" id="{F918BF21-A41A-53A6-9AF8-F05B4FC77F6A}"/>
                    </a:ext>
                  </a:extLst>
                </p:cNvPr>
                <p:cNvSpPr/>
                <p:nvPr/>
              </p:nvSpPr>
              <p:spPr>
                <a:xfrm rot="5400000">
                  <a:off x="5968229" y="-2172907"/>
                  <a:ext cx="337644" cy="7016792"/>
                </a:xfrm>
                <a:prstGeom prst="ben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箭头: 圆角右 73">
                  <a:extLst>
                    <a:ext uri="{FF2B5EF4-FFF2-40B4-BE49-F238E27FC236}">
                      <a16:creationId xmlns:a16="http://schemas.microsoft.com/office/drawing/2014/main" id="{1E085190-F19A-C33C-2F4D-050814075BCC}"/>
                    </a:ext>
                  </a:extLst>
                </p:cNvPr>
                <p:cNvSpPr/>
                <p:nvPr/>
              </p:nvSpPr>
              <p:spPr>
                <a:xfrm rot="16200000" flipH="1">
                  <a:off x="4758129" y="-2172908"/>
                  <a:ext cx="337644" cy="7016793"/>
                </a:xfrm>
                <a:prstGeom prst="bentArrow">
                  <a:avLst>
                    <a:gd name="adj1" fmla="val 25000"/>
                    <a:gd name="adj2" fmla="val 25000"/>
                    <a:gd name="adj3" fmla="val 0"/>
                    <a:gd name="adj4" fmla="val 43750"/>
                  </a:avLst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5571EDA8-6ABF-C34F-9F27-958164E38ACE}"/>
                  </a:ext>
                </a:extLst>
              </p:cNvPr>
              <p:cNvGrpSpPr/>
              <p:nvPr/>
            </p:nvGrpSpPr>
            <p:grpSpPr>
              <a:xfrm flipH="1">
                <a:off x="1080495" y="2175850"/>
                <a:ext cx="8226893" cy="337644"/>
                <a:chOff x="1418554" y="1166667"/>
                <a:chExt cx="8226893" cy="337644"/>
              </a:xfrm>
            </p:grpSpPr>
            <p:sp>
              <p:nvSpPr>
                <p:cNvPr id="71" name="箭头: 圆角右 70">
                  <a:extLst>
                    <a:ext uri="{FF2B5EF4-FFF2-40B4-BE49-F238E27FC236}">
                      <a16:creationId xmlns:a16="http://schemas.microsoft.com/office/drawing/2014/main" id="{C5F2D7E9-98AC-8794-ABE7-3BBB4598A74E}"/>
                    </a:ext>
                  </a:extLst>
                </p:cNvPr>
                <p:cNvSpPr/>
                <p:nvPr/>
              </p:nvSpPr>
              <p:spPr>
                <a:xfrm rot="5400000">
                  <a:off x="5968229" y="-2172907"/>
                  <a:ext cx="337644" cy="7016792"/>
                </a:xfrm>
                <a:prstGeom prst="bentArrow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箭头: 圆角右 71">
                  <a:extLst>
                    <a:ext uri="{FF2B5EF4-FFF2-40B4-BE49-F238E27FC236}">
                      <a16:creationId xmlns:a16="http://schemas.microsoft.com/office/drawing/2014/main" id="{C547D43E-E8BD-0DA6-EF3B-B06AA9A56186}"/>
                    </a:ext>
                  </a:extLst>
                </p:cNvPr>
                <p:cNvSpPr/>
                <p:nvPr/>
              </p:nvSpPr>
              <p:spPr>
                <a:xfrm rot="16200000" flipH="1">
                  <a:off x="4758129" y="-2172908"/>
                  <a:ext cx="337644" cy="7016793"/>
                </a:xfrm>
                <a:prstGeom prst="bentArrow">
                  <a:avLst>
                    <a:gd name="adj1" fmla="val 25000"/>
                    <a:gd name="adj2" fmla="val 25000"/>
                    <a:gd name="adj3" fmla="val 0"/>
                    <a:gd name="adj4" fmla="val 43750"/>
                  </a:avLst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ADA66FF4-28A7-39E2-E222-6826EB79AE92}"/>
                </a:ext>
              </a:extLst>
            </p:cNvPr>
            <p:cNvSpPr/>
            <p:nvPr/>
          </p:nvSpPr>
          <p:spPr>
            <a:xfrm>
              <a:off x="970758" y="1759974"/>
              <a:ext cx="9419303" cy="3185652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9710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4DE054F6-05C0-D0A3-1FFA-6E20B5C81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305" y="1895292"/>
            <a:ext cx="1283980" cy="1376267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B03CB289-3AAA-43A3-243B-D7C31E95DFB5}"/>
              </a:ext>
            </a:extLst>
          </p:cNvPr>
          <p:cNvSpPr/>
          <p:nvPr/>
        </p:nvSpPr>
        <p:spPr>
          <a:xfrm>
            <a:off x="2261421" y="2399071"/>
            <a:ext cx="1396180" cy="501445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BAAABC41-7574-40F0-B7D3-7478A48D6C50}"/>
              </a:ext>
            </a:extLst>
          </p:cNvPr>
          <p:cNvSpPr/>
          <p:nvPr/>
        </p:nvSpPr>
        <p:spPr>
          <a:xfrm rot="5400000" flipH="1">
            <a:off x="3687047" y="1817937"/>
            <a:ext cx="2175092" cy="1663712"/>
          </a:xfrm>
          <a:prstGeom prst="trapezoid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b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Enhancer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6DEB4F1-4AFA-A9C6-CBF6-B9A47B21FADE}"/>
              </a:ext>
            </a:extLst>
          </p:cNvPr>
          <p:cNvSpPr/>
          <p:nvPr/>
        </p:nvSpPr>
        <p:spPr>
          <a:xfrm>
            <a:off x="5887463" y="2399071"/>
            <a:ext cx="1396180" cy="501445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0CF70F9-A01F-2EAD-B21B-40E68F45E44D}"/>
              </a:ext>
            </a:extLst>
          </p:cNvPr>
          <p:cNvSpPr/>
          <p:nvPr/>
        </p:nvSpPr>
        <p:spPr>
          <a:xfrm>
            <a:off x="245806" y="245806"/>
            <a:ext cx="11670892" cy="6371304"/>
          </a:xfrm>
          <a:prstGeom prst="roundRect">
            <a:avLst>
              <a:gd name="adj" fmla="val 4784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86C7586-3B24-6015-D58C-831C89C2879B}"/>
              </a:ext>
            </a:extLst>
          </p:cNvPr>
          <p:cNvSpPr/>
          <p:nvPr/>
        </p:nvSpPr>
        <p:spPr>
          <a:xfrm>
            <a:off x="1079763" y="576087"/>
            <a:ext cx="9214611" cy="248950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B44C025-904C-EB23-D22B-ACA68FC651B8}"/>
              </a:ext>
            </a:extLst>
          </p:cNvPr>
          <p:cNvGrpSpPr/>
          <p:nvPr/>
        </p:nvGrpSpPr>
        <p:grpSpPr>
          <a:xfrm>
            <a:off x="2797322" y="787745"/>
            <a:ext cx="1888067" cy="587294"/>
            <a:chOff x="1509252" y="1582994"/>
            <a:chExt cx="4114801" cy="1238864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5BCF38D-8DF9-5FAB-9720-DA5974AB5F39}"/>
                </a:ext>
              </a:extLst>
            </p:cNvPr>
            <p:cNvSpPr/>
            <p:nvPr/>
          </p:nvSpPr>
          <p:spPr>
            <a:xfrm>
              <a:off x="2625213" y="1779639"/>
              <a:ext cx="796413" cy="7964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82846C4-36B8-990A-010C-CBD353646BE8}"/>
                </a:ext>
              </a:extLst>
            </p:cNvPr>
            <p:cNvSpPr/>
            <p:nvPr/>
          </p:nvSpPr>
          <p:spPr>
            <a:xfrm>
              <a:off x="3726426" y="1779638"/>
              <a:ext cx="796413" cy="79641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E1FD5F0-29C1-F0B8-6D4E-FA90B54B7935}"/>
                </a:ext>
              </a:extLst>
            </p:cNvPr>
            <p:cNvSpPr/>
            <p:nvPr/>
          </p:nvSpPr>
          <p:spPr>
            <a:xfrm>
              <a:off x="1509252" y="1779636"/>
              <a:ext cx="796413" cy="7964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A4E6666-C9C8-9E32-D9F0-255023369759}"/>
                </a:ext>
              </a:extLst>
            </p:cNvPr>
            <p:cNvSpPr/>
            <p:nvPr/>
          </p:nvSpPr>
          <p:spPr>
            <a:xfrm>
              <a:off x="4827640" y="1779635"/>
              <a:ext cx="796413" cy="7964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21C7C99-DF79-1AA1-D365-EC5E3934D704}"/>
                </a:ext>
              </a:extLst>
            </p:cNvPr>
            <p:cNvSpPr/>
            <p:nvPr/>
          </p:nvSpPr>
          <p:spPr>
            <a:xfrm>
              <a:off x="2320412" y="1779636"/>
              <a:ext cx="304801" cy="7964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D688FA1-907A-1E1A-D1D6-9800643DF5D6}"/>
                </a:ext>
              </a:extLst>
            </p:cNvPr>
            <p:cNvSpPr/>
            <p:nvPr/>
          </p:nvSpPr>
          <p:spPr>
            <a:xfrm>
              <a:off x="4522839" y="1779635"/>
              <a:ext cx="304801" cy="7964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E8EB5BAD-133D-AC7B-38A2-A925F5116C3D}"/>
                </a:ext>
              </a:extLst>
            </p:cNvPr>
            <p:cNvSpPr/>
            <p:nvPr/>
          </p:nvSpPr>
          <p:spPr>
            <a:xfrm>
              <a:off x="2438400" y="1582994"/>
              <a:ext cx="2271252" cy="1238864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形 6">
            <a:extLst>
              <a:ext uri="{FF2B5EF4-FFF2-40B4-BE49-F238E27FC236}">
                <a16:creationId xmlns:a16="http://schemas.microsoft.com/office/drawing/2014/main" id="{46719D04-5EC2-E884-ACA5-739C29238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1619" y="640521"/>
            <a:ext cx="699868" cy="699868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82C0B25A-883C-08B1-489E-8C04039D5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0653" y="1693773"/>
            <a:ext cx="925093" cy="925093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315FBE39-D696-D07E-C314-E2B3967605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9534" y="1698893"/>
            <a:ext cx="1044078" cy="1044078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6C496F2B-ED3E-A32E-4F42-701CB1B107CB}"/>
              </a:ext>
            </a:extLst>
          </p:cNvPr>
          <p:cNvGrpSpPr/>
          <p:nvPr/>
        </p:nvGrpSpPr>
        <p:grpSpPr>
          <a:xfrm>
            <a:off x="6426657" y="3730572"/>
            <a:ext cx="3975919" cy="2275648"/>
            <a:chOff x="4434403" y="2798068"/>
            <a:chExt cx="3599689" cy="206031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D65AD2FD-CD71-D6AB-D241-DF0B1AA5AF60}"/>
                </a:ext>
              </a:extLst>
            </p:cNvPr>
            <p:cNvSpPr/>
            <p:nvPr/>
          </p:nvSpPr>
          <p:spPr>
            <a:xfrm>
              <a:off x="4434403" y="2798068"/>
              <a:ext cx="3599689" cy="2060310"/>
            </a:xfrm>
            <a:prstGeom prst="roundRect">
              <a:avLst/>
            </a:prstGeom>
            <a:solidFill>
              <a:srgbClr val="C5C6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9D383027-462F-61BB-0E14-C2AD672B3799}"/>
                </a:ext>
              </a:extLst>
            </p:cNvPr>
            <p:cNvSpPr/>
            <p:nvPr/>
          </p:nvSpPr>
          <p:spPr>
            <a:xfrm>
              <a:off x="4700093" y="3055570"/>
              <a:ext cx="3068308" cy="373430"/>
            </a:xfrm>
            <a:prstGeom prst="roundRect">
              <a:avLst/>
            </a:prstGeom>
            <a:solidFill>
              <a:srgbClr val="45A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Window update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46777C7-1616-AA7A-D39B-107AEBBD0DE0}"/>
                </a:ext>
              </a:extLst>
            </p:cNvPr>
            <p:cNvSpPr/>
            <p:nvPr/>
          </p:nvSpPr>
          <p:spPr>
            <a:xfrm>
              <a:off x="4700093" y="3641508"/>
              <a:ext cx="3068309" cy="373430"/>
            </a:xfrm>
            <a:prstGeom prst="roundRect">
              <a:avLst/>
            </a:prstGeom>
            <a:solidFill>
              <a:srgbClr val="45A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Candidate estimation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212B208-88D2-34F6-26F1-F2EA6836FB31}"/>
                </a:ext>
              </a:extLst>
            </p:cNvPr>
            <p:cNvSpPr/>
            <p:nvPr/>
          </p:nvSpPr>
          <p:spPr>
            <a:xfrm>
              <a:off x="4700093" y="4232924"/>
              <a:ext cx="3059372" cy="373430"/>
            </a:xfrm>
            <a:prstGeom prst="roundRect">
              <a:avLst/>
            </a:prstGeom>
            <a:solidFill>
              <a:srgbClr val="45A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（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）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Dual EMA recursion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D4ABD50-69E5-E931-03AE-302CC7667C54}"/>
              </a:ext>
            </a:extLst>
          </p:cNvPr>
          <p:cNvSpPr/>
          <p:nvPr/>
        </p:nvSpPr>
        <p:spPr>
          <a:xfrm>
            <a:off x="1079763" y="3730571"/>
            <a:ext cx="3886153" cy="2275649"/>
          </a:xfrm>
          <a:prstGeom prst="roundRect">
            <a:avLst/>
          </a:prstGeom>
          <a:solidFill>
            <a:srgbClr val="C5C6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99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7AF727A5-417E-D851-9A52-2B2D8C420E2A}"/>
              </a:ext>
            </a:extLst>
          </p:cNvPr>
          <p:cNvGrpSpPr/>
          <p:nvPr/>
        </p:nvGrpSpPr>
        <p:grpSpPr>
          <a:xfrm>
            <a:off x="1509252" y="1582994"/>
            <a:ext cx="4114800" cy="1622322"/>
            <a:chOff x="1509252" y="1582994"/>
            <a:chExt cx="4114800" cy="1622322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AA917D0-6594-7ED9-E87E-E5D700EBDFE2}"/>
                </a:ext>
              </a:extLst>
            </p:cNvPr>
            <p:cNvGrpSpPr/>
            <p:nvPr/>
          </p:nvGrpSpPr>
          <p:grpSpPr>
            <a:xfrm>
              <a:off x="1509252" y="1582994"/>
              <a:ext cx="4114800" cy="1238864"/>
              <a:chOff x="1509252" y="1582994"/>
              <a:chExt cx="4114800" cy="1238864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63F4ADA-59FE-1881-DE4A-A5BA0EE71DA9}"/>
                  </a:ext>
                </a:extLst>
              </p:cNvPr>
              <p:cNvSpPr/>
              <p:nvPr/>
            </p:nvSpPr>
            <p:spPr>
              <a:xfrm>
                <a:off x="2625213" y="1779639"/>
                <a:ext cx="796413" cy="7964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55603D0-A962-5BD7-B84A-1D7D4C80AEB8}"/>
                  </a:ext>
                </a:extLst>
              </p:cNvPr>
              <p:cNvSpPr/>
              <p:nvPr/>
            </p:nvSpPr>
            <p:spPr>
              <a:xfrm>
                <a:off x="3726426" y="1779638"/>
                <a:ext cx="796413" cy="7964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14052D-DD0D-D966-0219-0BC9983859CA}"/>
                  </a:ext>
                </a:extLst>
              </p:cNvPr>
              <p:cNvSpPr/>
              <p:nvPr/>
            </p:nvSpPr>
            <p:spPr>
              <a:xfrm>
                <a:off x="1509252" y="1779636"/>
                <a:ext cx="796413" cy="79641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dist"/>
                <a:endParaRPr lang="zh-CN" altLang="en-US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400B40E-2AF9-D607-093D-F7AE18FF4DD6}"/>
                  </a:ext>
                </a:extLst>
              </p:cNvPr>
              <p:cNvSpPr/>
              <p:nvPr/>
            </p:nvSpPr>
            <p:spPr>
              <a:xfrm>
                <a:off x="4827639" y="1779635"/>
                <a:ext cx="796413" cy="79641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F70A0AB-E3E1-B02B-62E7-DD1B88597844}"/>
                  </a:ext>
                </a:extLst>
              </p:cNvPr>
              <p:cNvSpPr/>
              <p:nvPr/>
            </p:nvSpPr>
            <p:spPr>
              <a:xfrm>
                <a:off x="2320412" y="1779636"/>
                <a:ext cx="304801" cy="7964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…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DCDD2AC-B5C3-38D3-B61B-A1B7937A9C52}"/>
                  </a:ext>
                </a:extLst>
              </p:cNvPr>
              <p:cNvSpPr/>
              <p:nvPr/>
            </p:nvSpPr>
            <p:spPr>
              <a:xfrm>
                <a:off x="4522839" y="1779635"/>
                <a:ext cx="304801" cy="7964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…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D5CE363C-21A6-D18C-1073-203CD570607C}"/>
                  </a:ext>
                </a:extLst>
              </p:cNvPr>
              <p:cNvSpPr/>
              <p:nvPr/>
            </p:nvSpPr>
            <p:spPr>
              <a:xfrm>
                <a:off x="2438400" y="1582994"/>
                <a:ext cx="2271252" cy="1238864"/>
              </a:xfrm>
              <a:prstGeom prst="round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5C61E89-7007-2E43-9855-3565DB29316B}"/>
                </a:ext>
              </a:extLst>
            </p:cNvPr>
            <p:cNvSpPr/>
            <p:nvPr/>
          </p:nvSpPr>
          <p:spPr>
            <a:xfrm>
              <a:off x="1509252" y="2821858"/>
              <a:ext cx="4114800" cy="3834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Slide window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37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29</Words>
  <Application>Microsoft Office PowerPoint</Application>
  <PresentationFormat>宽屏</PresentationFormat>
  <Paragraphs>13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Tang</dc:creator>
  <cp:lastModifiedBy>Microsoft Tang</cp:lastModifiedBy>
  <cp:revision>7</cp:revision>
  <dcterms:created xsi:type="dcterms:W3CDTF">2026-03-07T07:14:55Z</dcterms:created>
  <dcterms:modified xsi:type="dcterms:W3CDTF">2026-03-12T10:07:52Z</dcterms:modified>
</cp:coreProperties>
</file>