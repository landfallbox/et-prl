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7FBFF-4010-9D88-5732-D15AC6D20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6E0627-F68E-B186-8347-43DCE0035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F005B-616E-B47F-CAC3-15E070F043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E9631-9294-3EBA-868A-2E63567F12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C04693-67F2-65D5-1754-1C79BD727C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F4C2F-D853-D516-D016-FAE95821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9ED53-FC60-075F-871C-A553B0449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7B89AB-A174-7C2C-0F4B-922D65F97D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F945A-3B63-7A5D-BA83-D8CB8DA40F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0E3D0-7D0A-61CB-C49D-7AE94F84D9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9262C-1BA5-E4AF-BD07-41BEB030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95957D-479C-5810-9F43-117C02FE4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EB935-9ADA-CC83-E153-1D4BBD3B6D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8252F3-081D-43E4-901A-FA61707095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09E5B2-9A68-5980-57F9-A564350CA9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2CD5B-51DC-6062-B90C-0B865345D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09D61A-86ED-FA69-F13C-730BEB86A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D70091-8B4C-F00A-811B-0E1BC693CB9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38D43B-74C7-B0F1-17AC-4272BE4117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A7B659-A451-84F7-94CB-50F7C79552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A49C57-54B4-B460-4DB9-370950AD2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66DBB-5D8A-1CDB-2D76-0B29EE75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46A1F1-B85B-0DB6-6A88-DF8715F9C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08B432-7AAC-92FB-8BC7-30D23160D48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12CF24-8883-8804-8ECD-D901CAE9D58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AF7893-1377-6C40-B954-2297ED6F3CC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429492-52A5-96CF-4DEE-CB2474F5DD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2E5481-2CA8-9DE7-05AE-B3089E708AB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9F3E9D-7574-AA42-1790-6589520EF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6333F-AFB4-B989-8FFE-86BF5463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8A13DE-9E6A-A508-FF95-DAEC38978C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A80292-2AA2-3A2F-91DF-0BD8A0D4FB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271AE2-B8B9-0B1A-8CC2-7614720AFE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C392A9-2DBB-9553-96C5-AA923FEEBC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1F8E3E-6BF1-735D-9444-351532DDA6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0C4C97-0FDE-ED34-77FA-271DAF6EA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ABEFE-8061-F6D3-6744-C36078FB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A7D821-9098-A8DA-E795-444F5B88D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5F5738-69A7-3E66-0E41-6FB1B31633F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BA7C6F-2FD8-A035-C152-C724BCDF72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706E9C-FE62-371E-03AB-F3552A0839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24276D-3678-04D7-E81E-35E3F0C83C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A85D4-1C5B-DECD-334C-99E9610B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9CD3D5-9180-0A19-50C2-4D93B10D4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2E86CF-3BA4-C1D6-4AC2-00ED036EB72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D3BDB9-C1A6-9F26-062C-D8834C8FFA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34773B-DA14-A949-944B-2DCBC0F319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619C88-283A-FCAA-D7B5-7F17CBBC0C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99D70-2EF7-9932-64B1-8BF3C5E79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FB1271-7BB2-75C6-BCF2-027AF9C02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0E77C-543E-F3D3-A73A-4B2CEBEAFC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D0E61-5AAD-84E2-4DD7-87A3BCDBBA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CE8B43-B5CC-0E2C-8CAE-9F6D45C02A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099BF2-F112-6030-8DE4-F1051C1A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AC2464-40B7-A9ED-A244-C343A9F65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C0265B-C1F9-AD28-2E73-3C0163FB7B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8EB98-E675-E2A9-0482-BFC74B5E27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60281D-22E8-21A1-FEC8-82D0824C79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D7F832-8EC1-4FD2-B13C-CA08740E9C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B7F913-C54F-3240-1F00-777F63E2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996995-00DA-1AB3-B4DA-D80F447F9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339990-D164-F8E7-D46B-3DB6CB3B6E1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C1280-ACBA-4542-99D3-01BBE6D6CB3C}" type="datetimeFigureOut">
              <a:t>2026/07/27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8342D-E912-8B13-9237-7ACD798BC20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2B0836-4D9F-736B-45BF-43BE68B2BD0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7F832-8EC1-4FD2-B13C-CA08740E9C1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55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0</Words>
  <Application>Microsoft Office PowerPoint</Application>
  <DocSecurity>0</DocSecurity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Tang</cp:lastModifiedBy>
  <cp:revision>2</cp:revision>
  <dcterms:created xsi:type="dcterms:W3CDTF">2026-07-26T16:15:53Z</dcterms:created>
  <dcterms:modified xsi:type="dcterms:W3CDTF">2026-07-27T06:38:19Z</dcterms:modified>
</cp:coreProperties>
</file>